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Timeline Smoke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2743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1 /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10698480" cy="4937760"/>
          </a:xfrm>
          <a:prstGeom prst="roundRect">
            <a:avLst>
              <a:gd name="adj" fmla="val 2222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2588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lash Display, sans-serif" pitchFamily="34" charset="0"/>
                <a:ea typeface="Clash Display, sans-serif" pitchFamily="34" charset="-122"/>
                <a:cs typeface="Clash Display, sans-serif" pitchFamily="34" charset="-120"/>
              </a:rPr>
              <a:t>Timeline Smoke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Voiceover placeholder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16052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429768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Intro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Timeline Smoke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2743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2 /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Clash Display, sans-serif" pitchFamily="34" charset="0"/>
                <a:ea typeface="Clash Display, sans-serif" pitchFamily="34" charset="-122"/>
                <a:cs typeface="Clash Display, sans-serif" pitchFamily="34" charset="-120"/>
              </a:rPr>
              <a:t>Second Scene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10515600" cy="4206240"/>
          </a:xfrm>
          <a:prstGeom prst="roundRect">
            <a:avLst>
              <a:gd name="adj" fmla="val 1739"/>
            </a:avLst>
          </a:prstGeom>
          <a:solidFill>
            <a:srgbClr val="111827">
              <a:alpha val="96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40280"/>
            <a:ext cx="960120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Satoshi, sans-serif" pitchFamily="34" charset="0"/>
                <a:ea typeface="Satoshi, sans-serif" pitchFamily="34" charset="-122"/>
                <a:cs typeface="Satoshi, sans-serif" pitchFamily="34" charset="-120"/>
              </a:rPr>
              <a:t>Timed scene without explicit cues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lash Display, sans-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toshi, sans-serif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Xiangyu Slides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Smoke</dc:title>
  <dc:subject>Timeline Smoke</dc:subject>
  <dc:creator>Xiangyu Slides</dc:creator>
  <cp:lastModifiedBy>Xiangyu Slides</cp:lastModifiedBy>
  <cp:revision>1</cp:revision>
  <dcterms:created xsi:type="dcterms:W3CDTF">2026-03-17T12:56:18Z</dcterms:created>
  <dcterms:modified xsi:type="dcterms:W3CDTF">2026-03-17T12:56:18Z</dcterms:modified>
</cp:coreProperties>
</file>